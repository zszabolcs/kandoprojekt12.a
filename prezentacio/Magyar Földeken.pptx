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B2F63-D970-1D29-A3E8-5344BF7CC03D}" v="23" dt="2025-01-08T20:44:42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FBD0A9-FC85-4C0F-A84E-1B16F2C13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266D65C-DB91-49B4-BF61-F6EC57C3C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4B50362-0BC6-49B9-8756-FEDD5CD25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6D56-3F6A-4050-8535-D106BA41135A}" type="datetimeFigureOut">
              <a:rPr lang="hu-HU" smtClean="0"/>
              <a:t>2025. 01. 08.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C61B9DE-54DD-429C-AFA2-A3777036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D0F2332-A226-43CF-8C8F-5BCC4EEF9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B0A5D-E6D2-4187-A897-2E9EDDC3CCD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706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7F746F-7E6B-4927-B0F7-85F038058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B6971A-DFA5-473F-944B-06DCAC4D1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0BEDACF-8961-4362-8755-FC0AA883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6D56-3F6A-4050-8535-D106BA41135A}" type="datetimeFigureOut">
              <a:rPr lang="hu-HU" smtClean="0"/>
              <a:t>2025. 01. 08.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8036BC8-A85A-4825-B3A7-0E8F95082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3881442-90D4-4008-B98C-34EE86E68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B0A5D-E6D2-4187-A897-2E9EDDC3CCD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479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D93E22-831F-47C5-A5B6-0097E3C4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1C3E579-9680-4C98-B4F1-1464063BC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B8481BC-E5F3-46EC-9401-D20BF022A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6D56-3F6A-4050-8535-D106BA41135A}" type="datetimeFigureOut">
              <a:rPr lang="hu-HU" smtClean="0"/>
              <a:t>2025. 01. 08.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40973C0-9F3B-44F1-9EBE-7C2C2258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AF0581C-1272-4128-90C0-C08E5A20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B0A5D-E6D2-4187-A897-2E9EDDC3CCD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594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EB75E1-A6EB-433B-A11D-7581AD65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2855596-8BC6-4EFF-B88A-B5804C113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BFBFD27-4D06-4BC2-9540-C686980BE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AD97E7B-1E62-4454-B26C-1A3B9C0DB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6D56-3F6A-4050-8535-D106BA41135A}" type="datetimeFigureOut">
              <a:rPr lang="hu-HU" smtClean="0"/>
              <a:t>2025. 01. 08.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6D692D5-2924-471A-8AD5-B9F1A802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8668AA3-CE1C-458D-8E08-67C771313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B0A5D-E6D2-4187-A897-2E9EDDC3CCD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3888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32957F-5992-4A80-BA05-67FDDA835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AA9ACAD-6F81-462F-80D1-0F56F31D0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4EF271D-8E99-42DE-BBED-998A737C1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BC0A7DC-9DDB-45CF-8B70-88F26F05B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A9005BA-03DE-488F-8170-C095674A0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AEC641B-EC75-4685-B446-16A79989C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6D56-3F6A-4050-8535-D106BA41135A}" type="datetimeFigureOut">
              <a:rPr lang="hu-HU" smtClean="0"/>
              <a:t>2025. 01. 08.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043DB73-AFF8-4F79-82F1-0688883A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187C260-208C-405F-AC7F-C957E8B0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B0A5D-E6D2-4187-A897-2E9EDDC3CCD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892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7376D2-B015-47AB-8183-47A2A6990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F9A51EF-D09D-483C-ADF9-E454EC46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6D56-3F6A-4050-8535-D106BA41135A}" type="datetimeFigureOut">
              <a:rPr lang="hu-HU" smtClean="0"/>
              <a:t>2025. 01. 08.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6AF23D47-1EAD-4172-A40F-DA55A4C5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969DF76-07DE-469F-A355-EEEAC3F7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B0A5D-E6D2-4187-A897-2E9EDDC3CCD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332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7C26E76-BC51-4FCE-B9F3-34261C6B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6D56-3F6A-4050-8535-D106BA41135A}" type="datetimeFigureOut">
              <a:rPr lang="hu-HU" smtClean="0"/>
              <a:t>2025. 01. 08.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00B45AE-8DF9-43CC-9BF7-D3BEE332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38F4A99-A510-4752-BE6D-91178C8C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B0A5D-E6D2-4187-A897-2E9EDDC3CCD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6371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5CF6EC-9F3E-465F-9525-116C10B1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3725A8-1F64-435E-947E-77155B47B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8EF7D04-3805-48E9-87BD-1E95A0B67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6B51633-FA63-4E53-9EC9-AC04A73A2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6D56-3F6A-4050-8535-D106BA41135A}" type="datetimeFigureOut">
              <a:rPr lang="hu-HU" smtClean="0"/>
              <a:t>2025. 01. 08.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2676D29-DD57-44A2-B155-E793C925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E0CABFE-B815-4629-97F2-14D06146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B0A5D-E6D2-4187-A897-2E9EDDC3CCD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6693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A9A849-CE52-4872-BF38-D933C1A64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31F64E4-0741-43C0-AD62-953F279BF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16BEEAF-F868-431A-84F2-42DF7B97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1D2ACE5-F492-476C-802D-705CEDDC6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6D56-3F6A-4050-8535-D106BA41135A}" type="datetimeFigureOut">
              <a:rPr lang="hu-HU" smtClean="0"/>
              <a:t>2025. 01. 08.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80E016C-7E4B-4418-97E9-E76437122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1EE52CE-90E6-4251-8D5A-97E874BD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B0A5D-E6D2-4187-A897-2E9EDDC3CCD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6966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A964AE-B75B-4A0B-B018-C53AD07B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70718E8-D14D-44C1-90FB-DA1A3541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6079D4E-6417-49A3-90A7-AF09F5189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6D56-3F6A-4050-8535-D106BA41135A}" type="datetimeFigureOut">
              <a:rPr lang="hu-HU" smtClean="0"/>
              <a:t>2025. 01. 08.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8B9A904-2A30-45C0-ADC4-28728C0B3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6E38655-9063-4FBF-9B34-7D3E2F6C1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B0A5D-E6D2-4187-A897-2E9EDDC3CCD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2694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258523B3-D10C-4EE6-9E11-CF1C86F2B6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FCBF427-3328-4A72-AF73-D7D6C441D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410D33C-6357-4E5E-9E4C-71F4CB77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06D56-3F6A-4050-8535-D106BA41135A}" type="datetimeFigureOut">
              <a:rPr lang="hu-HU" smtClean="0"/>
              <a:t>2025. 01. 08.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DDCFA04-CD30-4640-9C91-26FB360EC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22979D7-3FDF-4C9C-AFF2-E50720828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B0A5D-E6D2-4187-A897-2E9EDDC3CCD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651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89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C06B7F7-C2EB-4490-8063-D25E48EB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E995970-222D-40D1-82D3-CA8FF26F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0AA6D06-3E02-46AD-AC88-AAA5EF9E5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06D56-3F6A-4050-8535-D106BA41135A}" type="datetimeFigureOut">
              <a:rPr lang="hu-HU" smtClean="0"/>
              <a:t>2025. 01. 08.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7FC5ABD-8BCA-4A97-BCB2-6971051CC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FCBFF8C-A5D4-4894-AEAB-23ADD09A3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B0A5D-E6D2-4187-A897-2E9EDDC3CCD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43954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598F18-0F08-4ECA-AD7D-11D655C1A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35479"/>
            <a:ext cx="12118019" cy="1085295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algn="l"/>
            <a:r>
              <a:rPr lang="hu-HU" dirty="0">
                <a:solidFill>
                  <a:schemeClr val="accent4">
                    <a:lumMod val="75000"/>
                  </a:schemeClr>
                </a:solidFill>
              </a:rPr>
              <a:t>Magyar Földeken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C214817-9D99-4DF2-BA1C-7CE7DCDD3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420775"/>
            <a:ext cx="12192000" cy="437225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algn="l"/>
            <a:r>
              <a:rPr lang="hu-HU" dirty="0">
                <a:solidFill>
                  <a:schemeClr val="accent4">
                    <a:lumMod val="75000"/>
                  </a:schemeClr>
                </a:solidFill>
              </a:rPr>
              <a:t>A Színérzékeny Szeműek csapatától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E2513623-F870-4FCF-B9D1-820280D3D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533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B0D0BB-2D37-46E2-8B14-8159FFAF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ötlet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1B95CC-CCDD-43AA-B702-123FB02A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7012" cy="4351338"/>
          </a:xfrm>
        </p:spPr>
        <p:txBody>
          <a:bodyPr/>
          <a:lstStyle/>
          <a:p>
            <a:r>
              <a:rPr lang="hu-HU" dirty="0"/>
              <a:t>Az alapötlet egy közösségi-, blog- és híroldal a Magyarországon élő természetszerető emberek számára.</a:t>
            </a:r>
          </a:p>
          <a:p>
            <a:r>
              <a:rPr lang="hu-HU" dirty="0"/>
              <a:t>Itt az ilyen emberek könnyebben megtalálhatják egymást és közösségi életet élhetnek.</a:t>
            </a:r>
          </a:p>
          <a:p>
            <a:r>
              <a:rPr lang="hu-HU" dirty="0"/>
              <a:t>Túrákat, szalonnasütést, barlangászást és egyéb programokat szervezhetnek.</a:t>
            </a:r>
          </a:p>
          <a:p>
            <a:r>
              <a:rPr lang="hu-HU" dirty="0"/>
              <a:t>Tippeket, tanácsokat és információkat oszthatnak meg egymással.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F8F6FD6-3183-4CB9-8B74-973EAB363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692" y="1693397"/>
            <a:ext cx="3667772" cy="347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602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B0D0BB-2D37-46E2-8B14-8159FFAF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ötlet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1B95CC-CCDD-43AA-B702-123FB02A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7012" cy="4351338"/>
          </a:xfrm>
        </p:spPr>
        <p:txBody>
          <a:bodyPr/>
          <a:lstStyle/>
          <a:p>
            <a:r>
              <a:rPr lang="hu-HU" dirty="0"/>
              <a:t>Látogatásra érdemes helyeket mutathatnak be.</a:t>
            </a:r>
          </a:p>
          <a:p>
            <a:r>
              <a:rPr lang="hu-HU" dirty="0"/>
              <a:t>Fényképeket oszthatnak meg.</a:t>
            </a:r>
          </a:p>
          <a:p>
            <a:r>
              <a:rPr lang="hu-HU" dirty="0"/>
              <a:t>Profilt hozhatnak létre, és privát üzenetekre is lehetőség van.</a:t>
            </a:r>
          </a:p>
          <a:p>
            <a:r>
              <a:rPr lang="hu-HU" dirty="0"/>
              <a:t>És amint említettem, blogbejegyzéseket és aktuális természettel, természetjárással kapcsolatos híreket is olvashatnak.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F8F6FD6-3183-4CB9-8B74-973EAB363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212" y="0"/>
            <a:ext cx="4006788" cy="300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5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B0D0BB-2D37-46E2-8B14-8159FFAF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csapat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1B95CC-CCDD-43AA-B702-123FB02A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7012" cy="4351338"/>
          </a:xfrm>
        </p:spPr>
        <p:txBody>
          <a:bodyPr/>
          <a:lstStyle/>
          <a:p>
            <a:r>
              <a:rPr lang="hu-HU" b="1" dirty="0"/>
              <a:t>Zelenák Szabolcs</a:t>
            </a:r>
            <a:r>
              <a:rPr lang="hu-HU" dirty="0"/>
              <a:t> – Ötletgazda, tervező, front-end és dokumentáció felelős.</a:t>
            </a:r>
          </a:p>
          <a:p>
            <a:r>
              <a:rPr lang="hu-HU" b="1" dirty="0"/>
              <a:t>Csiger Imre Krisztián</a:t>
            </a:r>
            <a:r>
              <a:rPr lang="hu-HU" dirty="0"/>
              <a:t> – Back-end felelős.</a:t>
            </a:r>
            <a:endParaRPr lang="hu-HU" b="1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8CC9073-C945-45F2-B5F7-AFA548B56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734" y="3433156"/>
            <a:ext cx="5137266" cy="342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99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B0D0BB-2D37-46E2-8B14-8159FFAF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 front-end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1B95CC-CCDD-43AA-B702-123FB02A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7012" cy="4351338"/>
          </a:xfrm>
        </p:spPr>
        <p:txBody>
          <a:bodyPr/>
          <a:lstStyle/>
          <a:p>
            <a:r>
              <a:rPr lang="hu-HU" dirty="0"/>
              <a:t>A nulláról építettem fel a front-endet, semmilyen kész sablont nem használtam hozzá.</a:t>
            </a:r>
          </a:p>
          <a:p>
            <a:r>
              <a:rPr lang="hu-HU" dirty="0" err="1"/>
              <a:t>Bootstrap</a:t>
            </a:r>
            <a:r>
              <a:rPr lang="hu-HU" dirty="0"/>
              <a:t> 5-öt használtam.</a:t>
            </a:r>
          </a:p>
          <a:p>
            <a:r>
              <a:rPr lang="hu-HU" dirty="0" err="1"/>
              <a:t>ChatGPT</a:t>
            </a:r>
            <a:r>
              <a:rPr lang="hu-HU" dirty="0"/>
              <a:t> segítségét igénybe vettem.</a:t>
            </a:r>
          </a:p>
          <a:p>
            <a:r>
              <a:rPr lang="hu-HU" dirty="0"/>
              <a:t>A W3Schools is </a:t>
            </a:r>
            <a:r>
              <a:rPr lang="hu-HU"/>
              <a:t>segítségemre volt.</a:t>
            </a:r>
            <a:endParaRPr lang="hu-HU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90C73B7A-09A9-414A-B87E-DD11F07B09A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869" y="3316778"/>
            <a:ext cx="5313132" cy="354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76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B0D0BB-2D37-46E2-8B14-8159FFAF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back-end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1B95CC-CCDD-43AA-B702-123FB02A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7012" cy="4351338"/>
          </a:xfrm>
        </p:spPr>
        <p:txBody>
          <a:bodyPr/>
          <a:lstStyle/>
          <a:p>
            <a:r>
              <a:rPr lang="hu-HU" dirty="0" err="1"/>
              <a:t>SQlite</a:t>
            </a:r>
            <a:endParaRPr lang="hu-HU" dirty="0"/>
          </a:p>
          <a:p>
            <a:r>
              <a:rPr lang="hu-HU" dirty="0"/>
              <a:t>PHP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AF658F5-03A3-494A-AC6D-85B2149DD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226" y="1027906"/>
            <a:ext cx="8085724" cy="467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0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3658C1-0B5B-327F-E65A-86A65DB7C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Calibri Light"/>
                <a:cs typeface="Calibri Light"/>
              </a:rPr>
              <a:t>Az év képe</a:t>
            </a:r>
            <a:endParaRPr lang="hu-HU" dirty="0"/>
          </a:p>
        </p:txBody>
      </p:sp>
      <p:pic>
        <p:nvPicPr>
          <p:cNvPr id="4" name="Tartalom helye 3" descr="A képen szöveg, képernyőkép, szoftver, Multimédiás szoftver látható&#10;&#10;Automatikusan generált leírás">
            <a:extLst>
              <a:ext uri="{FF2B5EF4-FFF2-40B4-BE49-F238E27FC236}">
                <a16:creationId xmlns:a16="http://schemas.microsoft.com/office/drawing/2014/main" id="{10E6404C-9047-0A97-E180-A00A2E1FD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5019" y="1416748"/>
            <a:ext cx="9610622" cy="4881020"/>
          </a:xfrm>
        </p:spPr>
      </p:pic>
    </p:spTree>
    <p:extLst>
      <p:ext uri="{BB962C8B-B14F-4D97-AF65-F5344CB8AC3E}">
        <p14:creationId xmlns:p14="http://schemas.microsoft.com/office/powerpoint/2010/main" val="3042811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FDB4B7-EB4E-4C19-9F3A-D4ED54A26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503091"/>
            <a:ext cx="12192000" cy="935439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l"/>
            <a:r>
              <a:rPr lang="hu-HU" dirty="0"/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CCBBDAE-08F7-45AE-A08E-A8C584B5C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438530"/>
            <a:ext cx="12192000" cy="41947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algn="l"/>
            <a:r>
              <a:rPr lang="hu-HU" dirty="0"/>
              <a:t>Most kell tapsolni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2EEE251-0C00-4D95-8FE1-972D36B8F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550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41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</Words>
  <Application>Microsoft Office PowerPoint</Application>
  <PresentationFormat>Szélesvásznú</PresentationFormat>
  <Paragraphs>25</Paragraphs>
  <Slides>8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9" baseType="lpstr">
      <vt:lpstr>Office-téma</vt:lpstr>
      <vt:lpstr>Magyar Földeken</vt:lpstr>
      <vt:lpstr>Az ötlet</vt:lpstr>
      <vt:lpstr>Az ötlet</vt:lpstr>
      <vt:lpstr>A csapat</vt:lpstr>
      <vt:lpstr>A front-end</vt:lpstr>
      <vt:lpstr>A back-end</vt:lpstr>
      <vt:lpstr>Az év képe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Magyar Földeken</dc:title>
  <dc:creator>Tanuló</dc:creator>
  <cp:lastModifiedBy>Csiger Imre Krisztián</cp:lastModifiedBy>
  <cp:revision>67</cp:revision>
  <dcterms:created xsi:type="dcterms:W3CDTF">2024-10-10T08:18:38Z</dcterms:created>
  <dcterms:modified xsi:type="dcterms:W3CDTF">2025-01-08T20:48:43Z</dcterms:modified>
</cp:coreProperties>
</file>